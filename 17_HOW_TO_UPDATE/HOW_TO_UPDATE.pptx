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MICROSCOPY | Category: SCIENTIFIC_LAB</a:t>
            </a:r>
          </a:p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MICROSCOPY.</a:t>
            </a:r>
          </a:p>
          <a:p>
            <a:r>
              <a:rPr sz="1400"/>
              <a:t>Open-source motorized microscope with LEGO/Arduino/RPi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